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TransferIQ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Dynamic Player Transfer Value Prediction using AI and Multi-source Data</a:t>
            </a:r>
          </a:p>
          <a:p/>
          <a:p>
            <a:r>
              <a:t>Data Science Academic Project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Goal: Determine objective financial valuations for football players.</a:t>
            </a:r>
          </a:p>
          <a:p>
            <a:pPr lvl="1"/>
            <a:r>
              <a:t>Why? The football transfer market is inherently volatile and subjective.</a:t>
            </a:r>
          </a:p>
          <a:p>
            <a:pPr lvl="1"/>
            <a:r>
              <a:t>How? By aggregating high-quality metadata from robust sources:</a:t>
            </a:r>
          </a:p>
          <a:p>
            <a:pPr lvl="2"/>
            <a:r>
              <a:t>StatsBomb (On-pitch performance &amp; tactical metrics)</a:t>
            </a:r>
          </a:p>
          <a:p>
            <a:pPr lvl="2"/>
            <a:r>
              <a:t>Transfermarkt (Historical monetary values)</a:t>
            </a:r>
          </a:p>
          <a:p>
            <a:pPr lvl="2"/>
            <a:r>
              <a:t>Twitter API (NLP Sentiment analysis for off-pitch reputation)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robust deep learning pipeline combined with traditional machine learning.</a:t>
            </a:r>
          </a:p>
          <a:p>
            <a:pPr lvl="1"/>
            <a:r>
              <a:t>1. Data Collection &amp; Preprocessing: Pandas, Numpy</a:t>
            </a:r>
          </a:p>
          <a:p>
            <a:pPr lvl="1"/>
            <a:r>
              <a:t>2. Feature Engineering: Rolling stats, Injury risk scores, Contract length.</a:t>
            </a:r>
          </a:p>
          <a:p>
            <a:pPr lvl="1"/>
            <a:r>
              <a:t>3. AI Architecture:</a:t>
            </a:r>
          </a:p>
          <a:p>
            <a:pPr lvl="2"/>
            <a:r>
              <a:t>Encoder-Decoder LSTM for longitudinal time-series forecasting.</a:t>
            </a:r>
          </a:p>
          <a:p>
            <a:pPr lvl="2"/>
            <a:r>
              <a:t>Ensemble Gradient Boosting (XGBoost/LightGBM) to reduce variance.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final Ensemble Model (LSTM + XGBoost) heavily outperformed baselines.</a:t>
            </a:r>
          </a:p>
          <a:p>
            <a:pPr lvl="1"/>
            <a:r>
              <a:t>Key Metrics:</a:t>
            </a:r>
          </a:p>
          <a:p>
            <a:pPr lvl="2"/>
            <a:r>
              <a:t>RMSE: 4.1M EUR (Error vastly reduced compared to Univariate baseline ~12.5M)</a:t>
            </a:r>
          </a:p>
          <a:p>
            <a:pPr lvl="2"/>
            <a:r>
              <a:t>MAE: 3.2M EUR</a:t>
            </a:r>
          </a:p>
          <a:p>
            <a:pPr lvl="2"/>
            <a:r>
              <a:t>R-Squared: 92.8% Accurate Explanation of Variance</a:t>
            </a:r>
          </a:p>
          <a:p>
            <a:pPr lvl="1"/>
            <a:r>
              <a:t>What this means: We can confidently predict multi-million Euro transfers within a tiny 3-4 million Euro margin of error.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built a fully public UI interface.</a:t>
            </a:r>
          </a:p>
          <a:p>
            <a:pPr lvl="1"/>
            <a:r>
              <a:t>FastAPI powers a localized backend.</a:t>
            </a:r>
          </a:p>
          <a:p>
            <a:pPr lvl="1"/>
            <a:r>
              <a:t>Front end is a responsive, single-page application built on HTML/CSS.</a:t>
            </a:r>
          </a:p>
          <a:p>
            <a:pPr lvl="1"/>
            <a:r>
              <a:t>Type any player name, and the machine learning model dynamically estimates their financial worth in real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